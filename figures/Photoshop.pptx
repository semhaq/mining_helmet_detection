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A6C2"/>
    <a:srgbClr val="656564"/>
    <a:srgbClr val="B3524E"/>
    <a:srgbClr val="E3C800"/>
    <a:srgbClr val="F1A30B"/>
    <a:srgbClr val="FA6900"/>
    <a:srgbClr val="E51400"/>
    <a:srgbClr val="A20025"/>
    <a:srgbClr val="2F528F"/>
    <a:srgbClr val="4BD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2019-11-18_0839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3810"/>
            <a:ext cx="12192000" cy="6854190"/>
          </a:xfrm>
          <a:prstGeom prst="rect">
            <a:avLst/>
          </a:prstGeom>
        </p:spPr>
      </p:pic>
      <p:sp>
        <p:nvSpPr>
          <p:cNvPr id="5" name="图文框 4"/>
          <p:cNvSpPr>
            <a:spLocks noChangeAspect="1"/>
          </p:cNvSpPr>
          <p:nvPr/>
        </p:nvSpPr>
        <p:spPr>
          <a:xfrm>
            <a:off x="4985385" y="2500630"/>
            <a:ext cx="480060" cy="386715"/>
          </a:xfrm>
          <a:prstGeom prst="frame">
            <a:avLst/>
          </a:prstGeom>
          <a:solidFill>
            <a:schemeClr val="accent2"/>
          </a:solidFill>
          <a:ln w="127000"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 descr="2019-11-18_0839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3810"/>
            <a:ext cx="12192000" cy="6854190"/>
          </a:xfrm>
          <a:prstGeom prst="rect">
            <a:avLst/>
          </a:prstGeom>
        </p:spPr>
      </p:pic>
      <p:sp>
        <p:nvSpPr>
          <p:cNvPr id="8" name="图文框 7"/>
          <p:cNvSpPr>
            <a:spLocks noChangeAspect="1"/>
          </p:cNvSpPr>
          <p:nvPr/>
        </p:nvSpPr>
        <p:spPr>
          <a:xfrm>
            <a:off x="4985385" y="2500630"/>
            <a:ext cx="480060" cy="386715"/>
          </a:xfrm>
          <a:prstGeom prst="frame">
            <a:avLst/>
          </a:prstGeom>
          <a:solidFill>
            <a:schemeClr val="accent2"/>
          </a:solidFill>
          <a:ln w="127000"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477895" y="2377440"/>
            <a:ext cx="2411730" cy="2583180"/>
          </a:xfrm>
          <a:prstGeom prst="rect">
            <a:avLst/>
          </a:prstGeom>
          <a:noFill/>
          <a:ln w="1905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2019-11-18_0839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3810"/>
            <a:ext cx="12192000" cy="6854190"/>
          </a:xfrm>
          <a:prstGeom prst="rect">
            <a:avLst/>
          </a:prstGeom>
        </p:spPr>
      </p:pic>
      <p:sp>
        <p:nvSpPr>
          <p:cNvPr id="5" name="图文框 4"/>
          <p:cNvSpPr>
            <a:spLocks noChangeAspect="1"/>
          </p:cNvSpPr>
          <p:nvPr/>
        </p:nvSpPr>
        <p:spPr>
          <a:xfrm>
            <a:off x="4985385" y="2500630"/>
            <a:ext cx="480060" cy="386715"/>
          </a:xfrm>
          <a:prstGeom prst="frame">
            <a:avLst/>
          </a:prstGeom>
          <a:solidFill>
            <a:schemeClr val="accent2"/>
          </a:solidFill>
          <a:ln w="127000"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477895" y="2377440"/>
            <a:ext cx="2411730" cy="2583180"/>
          </a:xfrm>
          <a:prstGeom prst="rect">
            <a:avLst/>
          </a:prstGeom>
          <a:noFill/>
          <a:ln w="1905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35" y="8255"/>
            <a:ext cx="12190730" cy="6849110"/>
          </a:xfrm>
          <a:prstGeom prst="rect">
            <a:avLst/>
          </a:prstGeom>
          <a:noFill/>
          <a:ln w="19050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2440" y="1485900"/>
            <a:ext cx="3627120" cy="38862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465830" y="1003300"/>
            <a:ext cx="1013460" cy="297180"/>
          </a:xfrm>
          <a:prstGeom prst="rect">
            <a:avLst/>
          </a:prstGeom>
          <a:solidFill>
            <a:srgbClr val="BCA6C2"/>
          </a:solidFill>
          <a:ln w="38100">
            <a:solidFill>
              <a:srgbClr val="4BD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330" y="2268220"/>
            <a:ext cx="1082040" cy="31775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2685" y="1300480"/>
            <a:ext cx="3169920" cy="40157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95" y="617220"/>
            <a:ext cx="2667000" cy="42672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7705" y="1998980"/>
            <a:ext cx="8122920" cy="47777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 w="38100">
          <a:solidFill>
            <a:schemeClr val="accent2"/>
          </a:solidFill>
        </a:ln>
      </a:spPr>
      <a:bodyPr rtlCol="0" anchor="ctr"/>
      <a:lstStyle>
        <a:defPPr algn="ctr">
          <a:defRPr lang="zh-CN" altLang="en-US">
            <a:solidFill>
              <a:schemeClr val="tx1"/>
            </a:solidFill>
          </a:defRPr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SEMHAQ</dc:creator>
  <cp:lastModifiedBy>SEMHAQ</cp:lastModifiedBy>
  <cp:revision>9</cp:revision>
  <dcterms:created xsi:type="dcterms:W3CDTF">2023-08-09T12:44:00Z</dcterms:created>
  <dcterms:modified xsi:type="dcterms:W3CDTF">2026-02-10T13:08:58Z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68E9FA2A0DA64E8DA55FC144AB0FAE04_12</vt:lpwstr>
  </property>
</Properties>
</file>